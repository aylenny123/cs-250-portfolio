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B0C59-95EC-26B8-780A-27362F0521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460F48-C208-3589-D60E-A494C5E244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15CD1-5F07-985B-D2BE-F8FBC7B2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D93C8-3DE9-4045-9973-3FAAD574101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7FF86-2272-8149-E3BF-FE291C353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53DF3F-9092-FF9E-FB5B-BC42F8216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5710A-D196-424D-BD52-58B86E5408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326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3DDC0-D483-32BA-9B32-F3D009524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EFA5E-100B-50AB-BCC3-6474CDF7E3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5D633E-B67E-1CC6-A0F9-21F034061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D93C8-3DE9-4045-9973-3FAAD574101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52FCE6-0431-AF0D-DAA4-C5AC7017B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4EBE9E-EF07-4CDA-C041-C0BB2E6A5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5710A-D196-424D-BD52-58B86E5408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699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2A580-4C30-02A2-1C2F-7EC4619BF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824AD3-CCCF-0FA8-01E1-BC58529BA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FB6E7-A2F0-1759-E814-A7B13F741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D93C8-3DE9-4045-9973-3FAAD574101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FFB3BA-7702-6E94-6F26-E1525F9F4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A35F6-D61F-481B-2E8A-3750AEAC5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5710A-D196-424D-BD52-58B86E5408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469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3C648-B1CF-BD1F-B616-DEBBDCE2A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3E6B8-E3BF-C874-8320-34650F8743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062ED8-0C2A-78BD-DE44-8927D24FCA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8494BC-81B6-BAE9-B611-252DED9E7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D93C8-3DE9-4045-9973-3FAAD574101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B7B4E5-AE80-5F47-7846-E178B8C64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25A59-D06E-8FE8-998B-466A09AE4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5710A-D196-424D-BD52-58B86E5408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096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5BA87-2769-8287-5B53-732177BD3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E7E937-5608-8748-94FB-F9DC99E58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0FD824-988B-A639-01AB-D70B27BECB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F169FF-D387-895A-D2C6-AB383D64B6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DE70F4-BC72-801F-37B2-0FC280CF25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3DF0B8-1D4B-7A06-3522-1BF7B5B32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D93C8-3DE9-4045-9973-3FAAD574101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59FBA9-3FBB-2948-606F-DF8F0F691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C0B68A-76BB-11EC-EDBC-99741A838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5710A-D196-424D-BD52-58B86E5408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119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1EECC-C199-2A3E-5F97-905C1584E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7E068E-9282-8259-50A0-A6525B477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D93C8-3DE9-4045-9973-3FAAD574101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C1C678-673C-4C7B-D170-3E2574CA6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2FE937-3768-50DA-7803-4D268E7EE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5710A-D196-424D-BD52-58B86E5408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024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CCB011-4D1E-A343-27BD-129104E80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D93C8-3DE9-4045-9973-3FAAD574101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EB38E6-A55C-E79B-1F62-6B028B2B1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E7FAC5-4A3A-81D0-B6C0-7607C5E90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5710A-D196-424D-BD52-58B86E5408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187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05CFB-4DE2-C134-7345-03BA73BA9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10538-3B7C-2663-C5B4-347FD27FFD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361642-FE6B-6F1A-CAEB-285DD20A17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FE962B-EB6C-0D2B-FD11-EEF46E760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D93C8-3DE9-4045-9973-3FAAD574101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E54E91-4F14-F56F-F1FE-0BFB1371C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28A5B4-9A37-DAFE-3FD7-8C138B80E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5710A-D196-424D-BD52-58B86E5408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629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B0429-EDE8-6024-7B1B-B7B478447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1662CA-25A1-1AA9-0948-60BF5053A9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E6B9D1-9338-4B27-2FD2-5C9E95EC1E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600E0-0ADB-06A1-B06C-27D02EBDE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D93C8-3DE9-4045-9973-3FAAD574101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40EEE5-3522-37C8-790C-CB5BD8B2C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9C7EBA-B088-5A0E-DADF-0AE9BB973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5710A-D196-424D-BD52-58B86E5408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154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28DE-2602-9CCB-AE51-77DEA1433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90898D-E4FC-4E3D-6160-54BA3D36E3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08F76-DBE0-3406-780C-0E820B612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D93C8-3DE9-4045-9973-3FAAD574101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C4F66-9935-0194-52DD-CC1110EEE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7FCD5-B622-235F-E610-269B80715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5710A-D196-424D-BD52-58B86E5408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547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A9DE54-AB92-C87E-50F8-EC55932BA2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D0F658-0DB5-C591-A2A5-34E714456E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29895-5B3F-CEC3-4E04-1BFA6F3DA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D93C8-3DE9-4045-9973-3FAAD574101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E7B5E6-4F3C-36DC-9870-EE896F127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65E6BB-5A29-ADB5-F80D-CB04EAF1F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5710A-D196-424D-BD52-58B86E5408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104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42959D-542C-BEAF-EB37-24EE82002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3310A-8692-0B2C-A668-8AF6B8EB9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4F08B-C5F6-8C7B-0B11-ECEF75C259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6D93C8-3DE9-4045-9973-3FAAD574101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5CD5BC-3A90-889E-D206-8628043762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EAAF0-BC82-343A-025B-BA8D160B61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55710A-D196-424D-BD52-58B86E5408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387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tlassian.com/software/jira" TargetMode="External"/><Relationship Id="rId2" Type="http://schemas.openxmlformats.org/officeDocument/2006/relationships/hyperlink" Target="https://scrumguides.org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25024-5956-ED4A-E892-9A4D2D4B80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 250 Final Project: Agile Review and Retrospective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4874A4-821E-A5EE-C658-9C5767FA2E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By: Allen Leonard</a:t>
            </a:r>
          </a:p>
          <a:p>
            <a:r>
              <a:rPr lang="en-US" dirty="0"/>
              <a:t>Course: CS 250 Software Development Lifecycle</a:t>
            </a:r>
          </a:p>
          <a:p>
            <a:r>
              <a:rPr lang="en-US" dirty="0"/>
              <a:t>Date:4/19/2026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960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9CE79-E0E1-2A06-35F5-CE9030533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7C5FF50-B273-474E-A97F-25578D185E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262630"/>
            <a:ext cx="9302547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focused on transitioning from a waterfall model to a Scrum-Agile approach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goal was to improve communication, flexibility, and overall development efficiency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team worked on developing an application for SNHU Travel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Agile allowed the team to adapt and improve throughout the process </a:t>
            </a:r>
          </a:p>
        </p:txBody>
      </p:sp>
    </p:spTree>
    <p:extLst>
      <p:ext uri="{BB962C8B-B14F-4D97-AF65-F5344CB8AC3E}">
        <p14:creationId xmlns:p14="http://schemas.microsoft.com/office/powerpoint/2010/main" val="86055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4624C-D29B-01D6-FDDB-6A6212F3F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Roles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A480C-979E-B1E2-E6C3-166508E23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Product Owner: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Defines requirements and prioritizes user stories </a:t>
            </a:r>
          </a:p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Scrum Master: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Supports the team and removes obstacles </a:t>
            </a:r>
          </a:p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Developers: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Build and implement features </a:t>
            </a:r>
          </a:p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Testers: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Ensure functionality and identify issues 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All roles work together to support the success of the project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913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800FA-5B63-1C22-055D-EF12372EE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Phases (SDLC)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9308988-BC73-1163-2EFA-9B69BFC1C1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Planning → Define user stories and goals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Development → Build features in small increments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Testing → Verify functionality early and often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Review → Evaluate completed work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Retrospective → Identify improvements </a:t>
            </a:r>
          </a:p>
        </p:txBody>
      </p:sp>
    </p:spTree>
    <p:extLst>
      <p:ext uri="{BB962C8B-B14F-4D97-AF65-F5344CB8AC3E}">
        <p14:creationId xmlns:p14="http://schemas.microsoft.com/office/powerpoint/2010/main" val="2372319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8CBD9-A3DD-CB7C-1DD8-6C7436438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vs Waterfall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3753D-E4DF-A8DD-E10B-EF5BB91DE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Waterfall Approach:</a:t>
            </a:r>
            <a:endParaRPr lang="en-US" sz="1800" dirty="0"/>
          </a:p>
          <a:p>
            <a:r>
              <a:rPr lang="en-US" sz="1800" dirty="0"/>
              <a:t>Fixed plan </a:t>
            </a:r>
          </a:p>
          <a:p>
            <a:r>
              <a:rPr lang="en-US" sz="1800" dirty="0"/>
              <a:t>Difficult to change </a:t>
            </a:r>
          </a:p>
          <a:p>
            <a:r>
              <a:rPr lang="en-US" sz="1800" dirty="0"/>
              <a:t>Testing happens at the end </a:t>
            </a:r>
          </a:p>
          <a:p>
            <a:r>
              <a:rPr lang="en-US" sz="1800" dirty="0"/>
              <a:t>Slower feedback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Agile Approach:</a:t>
            </a:r>
            <a:endParaRPr lang="en-US" sz="1800" dirty="0"/>
          </a:p>
          <a:p>
            <a:r>
              <a:rPr lang="en-US" sz="1800" dirty="0"/>
              <a:t>Flexible and adaptive </a:t>
            </a:r>
          </a:p>
          <a:p>
            <a:r>
              <a:rPr lang="en-US" sz="1800" dirty="0"/>
              <a:t>Continuous feedback </a:t>
            </a:r>
          </a:p>
          <a:p>
            <a:r>
              <a:rPr lang="en-US" sz="1800" dirty="0"/>
              <a:t>Testing happens throughout </a:t>
            </a:r>
          </a:p>
          <a:p>
            <a:r>
              <a:rPr lang="en-US" sz="1800" dirty="0"/>
              <a:t>Faster improvements</a:t>
            </a:r>
          </a:p>
          <a:p>
            <a:endParaRPr lang="en-US" sz="1800" dirty="0"/>
          </a:p>
          <a:p>
            <a:pPr marL="0" indent="0"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6416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7C069-7F55-60AA-F890-FB395F048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Challenges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474C199-B0C9-4470-5E8F-D2C56E91E9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Agile allows teams to adjust when changes happen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stories can be updated as needed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Teams can shift priorities without restarting everything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reduces delays and improves efficiency </a:t>
            </a:r>
          </a:p>
        </p:txBody>
      </p:sp>
    </p:spTree>
    <p:extLst>
      <p:ext uri="{BB962C8B-B14F-4D97-AF65-F5344CB8AC3E}">
        <p14:creationId xmlns:p14="http://schemas.microsoft.com/office/powerpoint/2010/main" val="1263701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78553-5563-07D6-9CE1-95B65B12D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 in Agile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BED0299-1CE3-F066-764C-86A7E2E924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Daily stand-up meetings keep everyone aligned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Feedback and discussions improve understanding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 communication reduces confusion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Collaboration between roles improves overall results </a:t>
            </a:r>
          </a:p>
        </p:txBody>
      </p:sp>
    </p:spTree>
    <p:extLst>
      <p:ext uri="{BB962C8B-B14F-4D97-AF65-F5344CB8AC3E}">
        <p14:creationId xmlns:p14="http://schemas.microsoft.com/office/powerpoint/2010/main" val="683354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E37F9-52CF-5715-B281-577F2B109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Tools (Jira Example)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CB5BD15-E3AA-C1D1-5415-E251E7D930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Jira helps track tasks and progress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Assigns responsibilities to team members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real-time updates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Keeps work organized and visible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coordination and efficiency </a:t>
            </a:r>
          </a:p>
        </p:txBody>
      </p:sp>
    </p:spTree>
    <p:extLst>
      <p:ext uri="{BB962C8B-B14F-4D97-AF65-F5344CB8AC3E}">
        <p14:creationId xmlns:p14="http://schemas.microsoft.com/office/powerpoint/2010/main" val="2274982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F7CF2-FB0E-815E-1C95-67AA770F1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Agile Works Better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95893CA-C256-BD4D-1270-F8DB0840D7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Encourages teamwork and collaboration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Allows quick adjustments to changes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communication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Delivers higher quality results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rework and confusion </a:t>
            </a:r>
          </a:p>
        </p:txBody>
      </p:sp>
    </p:spTree>
    <p:extLst>
      <p:ext uri="{BB962C8B-B14F-4D97-AF65-F5344CB8AC3E}">
        <p14:creationId xmlns:p14="http://schemas.microsoft.com/office/powerpoint/2010/main" val="2655706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A77D2-5F4A-4DEE-EEA2-DEB53466F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55213-A7A3-31B3-5937-245213C23B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Agile improved flexibility and efficiency in the project </a:t>
            </a:r>
          </a:p>
          <a:p>
            <a:r>
              <a:rPr lang="en-US" sz="1800" dirty="0"/>
              <a:t>Communication played a major role in success </a:t>
            </a:r>
          </a:p>
          <a:p>
            <a:r>
              <a:rPr lang="en-US" sz="1800" dirty="0"/>
              <a:t>Tools like Jira helped keep the team organized </a:t>
            </a:r>
          </a:p>
          <a:p>
            <a:r>
              <a:rPr lang="en-US" sz="1800" dirty="0"/>
              <a:t>Agile is the better approach for this type of project </a:t>
            </a:r>
          </a:p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7578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00C9A-710B-41ED-693A-DBE76F241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ED8AC-6A64-FA41-1B9D-F8442CE701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Schwaber, K., &amp; Sutherland, J. (2020). </a:t>
            </a:r>
            <a:r>
              <a:rPr 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The Scrum guide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 Scrum.org.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https://scrumguides.org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Atlassian. (2023). </a:t>
            </a:r>
            <a:r>
              <a:rPr 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What is Jira?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https://www.atlassian.com/software/jira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9564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369</Words>
  <Application>Microsoft Office PowerPoint</Application>
  <PresentationFormat>Widescreen</PresentationFormat>
  <Paragraphs>70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CS 250 Final Project: Agile Review and Retrospective</vt:lpstr>
      <vt:lpstr>Introduction</vt:lpstr>
      <vt:lpstr>Agile Roles</vt:lpstr>
      <vt:lpstr>Agile Phases (SDLC)</vt:lpstr>
      <vt:lpstr>Agile vs Waterfall</vt:lpstr>
      <vt:lpstr>Handling Challenges</vt:lpstr>
      <vt:lpstr>Communication in Agile</vt:lpstr>
      <vt:lpstr>Agile Tools (Jira Example)</vt:lpstr>
      <vt:lpstr>Why Agile Works Better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allen leonard</dc:creator>
  <cp:lastModifiedBy>allen leonard</cp:lastModifiedBy>
  <cp:revision>1</cp:revision>
  <dcterms:created xsi:type="dcterms:W3CDTF">2026-04-24T03:59:06Z</dcterms:created>
  <dcterms:modified xsi:type="dcterms:W3CDTF">2026-04-24T03:59:06Z</dcterms:modified>
</cp:coreProperties>
</file>